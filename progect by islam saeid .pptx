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F3A8-E172-8ECB-21D5-2D60CE464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CB5EE-44B5-31B8-3E1C-E52B17A1F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F424-14D8-98EF-5C90-50BC596F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4F3AB-5C13-8653-5735-2F3C46A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C814-238F-02A7-F4AB-B1B6567D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5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64B7-A539-44FB-10B4-F5745446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A0D0-E80D-24E6-17B4-E4BB82B23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90633-3AB0-8CD4-E0F4-981E53DD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A2AB-EC81-AA93-9405-F239EBBD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94302-9708-631F-1FE5-41B351AC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0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EECA-585F-9E72-6D21-1BE316B6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BEAA6-4EA6-7FCA-D7CA-DC505B34C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59769-A195-EBEB-0F36-49BCB7B5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117FD-BE3B-EEF6-EA6D-4EBE2B71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4F376-EDEC-8EE4-B1E8-0B82CE14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9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00D6-45B2-9A59-3F77-668F3218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5D3F-CA9F-286F-F238-D7FE6DA91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27CEF-90A9-3DBF-7AEC-51FBA28B7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BD7EA-7C6D-6057-ACB0-59EDA7AC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2DF0C-B85B-CFD3-4158-F841F4E4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98D4D-8E70-5224-0424-C1891286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9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5600-458E-E860-EDB6-281385E8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65793-70C1-4E23-F41A-BA0A1FAAB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DC186-7B65-620D-F004-ABD9879AF0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F4BD1-9522-42F0-1836-CA56DAE13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7E23D-9126-DCB0-11B5-4C7A5723E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713E4-BDF6-D0C0-D8D4-859B8E79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C2BC1-F2C6-2C70-24CB-9C7BA81C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F3271-A77F-0BC2-9109-BCBB28C8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1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5ECA-D7B1-A9A1-0155-ED17D098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226AD-9CB7-056E-2DEE-D90EF21E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1C87D-E67B-A5F5-F662-CA83ED45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7BE3C-F9B2-6AE1-1B6E-836842C3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C490C-0AFF-3551-A049-AFA1F6A2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6D80C-95AD-16B4-5EFC-F9152F73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B0321-BF1D-C8AC-C795-BE891330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1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A969-8CE2-10D4-4549-B3EB2434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B5E9A-AB8C-F516-8429-403C93831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616D2-29B2-2189-1864-E6A631CF3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DF0C6-8A60-B526-0196-A4F3561E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C1305-A66E-ABBC-0E3E-15DDD076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44510-67F4-0333-D766-6F22A4AF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843B-61F0-EF6D-719B-43C01270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C0658-E0F1-B835-39BE-29CD814D6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EC4B9-4A24-D2C5-0DCF-5ACD8E348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2E3EF-397D-30C8-1A0E-2BACD683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D37DD-B957-9A36-6F84-AC84E182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03E32-58F5-D6E8-5B31-4B494D32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D2C0-E9C8-1A1A-E6F2-3BEB8C7A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47B14-6110-F46F-9AB0-22335A3FE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2D082-AD64-84B2-FB4C-C1389FC1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5C49-7B4A-ED0F-B97E-7A5AFF16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99E3A-5484-2AE5-AF6E-F62AD26E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9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A0A94-C41D-624E-5FFE-8131F1737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3D400-279F-5EB0-D345-A0631126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F5957-6D1B-88D5-8476-FC1FEBBC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1375B-65BA-3BEC-93D5-9C3643DC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2D24C-D61D-D50D-E2F8-736BD756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E97D5-78B3-440C-14FA-DCFBCBFEC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AD701-ACDC-9018-707C-462E23CCB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F5206-2874-C176-ED53-1054511EA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5B5C4-9082-407E-BF56-83903037005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580E4-128F-1910-37F5-10FCD777A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4C058-702B-C2EC-17DF-A5972BC73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3BB70-772F-42A9-AAB8-8311C7F4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6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A2F6-9CC1-52B2-F911-103EF6AE8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C4824-5132-D8BE-8767-55E19A821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8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islam saeid</dc:creator>
  <cp:lastModifiedBy>islam saeid</cp:lastModifiedBy>
  <cp:revision>1</cp:revision>
  <dcterms:created xsi:type="dcterms:W3CDTF">2026-08-03T22:42:52Z</dcterms:created>
  <dcterms:modified xsi:type="dcterms:W3CDTF">2026-08-03T23:01:40Z</dcterms:modified>
</cp:coreProperties>
</file>