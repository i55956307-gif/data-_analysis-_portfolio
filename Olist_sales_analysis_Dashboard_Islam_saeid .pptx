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9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5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0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5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3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7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5561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76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6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78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9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5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1114618-DEE5-432B-979F-9B0323288B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99DAD-5AA9-482E-B7E6-2CE042125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06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C1AE-6BC7-02F5-64BA-EFCAF9C78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339543" cy="3329581"/>
          </a:xfrm>
        </p:spPr>
        <p:txBody>
          <a:bodyPr/>
          <a:lstStyle/>
          <a:p>
            <a:r>
              <a:rPr lang="en-US" sz="8000" dirty="0" err="1"/>
              <a:t>Olist</a:t>
            </a:r>
            <a:r>
              <a:rPr lang="en-US" sz="8000" dirty="0"/>
              <a:t> sales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B833D-F52E-C2B8-3563-E55F7B5BAB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Prepared by :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Islam saeid 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Data analyst portfolio</a:t>
            </a:r>
          </a:p>
        </p:txBody>
      </p:sp>
    </p:spTree>
    <p:extLst>
      <p:ext uri="{BB962C8B-B14F-4D97-AF65-F5344CB8AC3E}">
        <p14:creationId xmlns:p14="http://schemas.microsoft.com/office/powerpoint/2010/main" val="204624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7736-AD54-785F-2CB3-C775232E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AAF9-83BB-C272-5EF7-34407296A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  <a:p>
            <a:r>
              <a:rPr lang="en-US" dirty="0"/>
              <a:t>Analyze </a:t>
            </a:r>
            <a:r>
              <a:rPr lang="en-US" dirty="0" err="1"/>
              <a:t>Olist</a:t>
            </a:r>
            <a:r>
              <a:rPr lang="en-US" dirty="0"/>
              <a:t> sales performance.</a:t>
            </a:r>
          </a:p>
          <a:p>
            <a:r>
              <a:rPr lang="en-US" dirty="0"/>
              <a:t>Track revenue, orders, and payments.</a:t>
            </a:r>
          </a:p>
          <a:p>
            <a:r>
              <a:rPr lang="en-US" dirty="0"/>
              <a:t>Monitor delivery performance.</a:t>
            </a:r>
          </a:p>
          <a:p>
            <a:r>
              <a:rPr lang="en-US" dirty="0"/>
              <a:t>Build an interactive dashboard using Excel.</a:t>
            </a:r>
          </a:p>
        </p:txBody>
      </p:sp>
    </p:spTree>
    <p:extLst>
      <p:ext uri="{BB962C8B-B14F-4D97-AF65-F5344CB8AC3E}">
        <p14:creationId xmlns:p14="http://schemas.microsoft.com/office/powerpoint/2010/main" val="4140248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B47F-88F6-EFF8-B3BE-5652DF2D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696" y="185432"/>
            <a:ext cx="5051304" cy="1400530"/>
          </a:xfrm>
        </p:spPr>
        <p:txBody>
          <a:bodyPr/>
          <a:lstStyle/>
          <a:p>
            <a:r>
              <a:rPr lang="en-US" sz="5400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1786-1DDC-8199-18B6-A9E5FBDE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</a:t>
            </a:r>
            <a:r>
              <a:rPr lang="en-US" dirty="0" err="1"/>
              <a:t>olist</a:t>
            </a:r>
            <a:r>
              <a:rPr lang="en-US" dirty="0"/>
              <a:t> Brazilian E-commerce Dataset</a:t>
            </a:r>
          </a:p>
          <a:p>
            <a:r>
              <a:rPr lang="en-US" dirty="0"/>
              <a:t>Period: 2016–2018</a:t>
            </a:r>
          </a:p>
          <a:p>
            <a:r>
              <a:rPr lang="en-US" dirty="0"/>
              <a:t>Tools: Excel, Power Query, Pivot Tables, Pivot Charts</a:t>
            </a:r>
          </a:p>
          <a:p>
            <a:r>
              <a:rPr lang="en-US" dirty="0"/>
              <a:t>Dashboard: Interactive with Slicers</a:t>
            </a:r>
          </a:p>
        </p:txBody>
      </p:sp>
    </p:spTree>
    <p:extLst>
      <p:ext uri="{BB962C8B-B14F-4D97-AF65-F5344CB8AC3E}">
        <p14:creationId xmlns:p14="http://schemas.microsoft.com/office/powerpoint/2010/main" val="181404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542E-4D56-A20A-7194-F01BE748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6FD7FB-8046-25C6-75FA-FC8E1B500EAF}"/>
              </a:ext>
            </a:extLst>
          </p:cNvPr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3313" y="2251075"/>
            <a:ext cx="894715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5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8BF3-593B-5104-2BDF-30D9F675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CE7A-5999-E5AA-B4FE-DC70C6916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460881"/>
            <a:ext cx="8946541" cy="2659759"/>
          </a:xfrm>
        </p:spPr>
        <p:txBody>
          <a:bodyPr/>
          <a:lstStyle/>
          <a:p>
            <a:r>
              <a:rPr lang="en-US" dirty="0"/>
              <a:t>Displays key business KPIs.</a:t>
            </a:r>
          </a:p>
          <a:p>
            <a:r>
              <a:rPr lang="en-US" dirty="0"/>
              <a:t>Interactive slicers for Month, Year, and Order Status.</a:t>
            </a:r>
          </a:p>
          <a:p>
            <a:r>
              <a:rPr lang="en-US" dirty="0"/>
              <a:t>Tracks Revenue, Orders, and Payments.</a:t>
            </a:r>
          </a:p>
          <a:p>
            <a:r>
              <a:rPr lang="en-US" dirty="0"/>
              <a:t>Monitors Expected Revenue and Delivery Delay.</a:t>
            </a:r>
          </a:p>
        </p:txBody>
      </p:sp>
    </p:spTree>
    <p:extLst>
      <p:ext uri="{BB962C8B-B14F-4D97-AF65-F5344CB8AC3E}">
        <p14:creationId xmlns:p14="http://schemas.microsoft.com/office/powerpoint/2010/main" val="373106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F34B-8EE1-EE98-B65E-F4C0B8D2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B882-CF69-5A22-4182-05BDE2BEC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Revenue: 15,844,195</a:t>
            </a:r>
          </a:p>
          <a:p>
            <a:r>
              <a:rPr lang="en-US" dirty="0"/>
              <a:t>Total Orders: 113,425</a:t>
            </a:r>
          </a:p>
          <a:p>
            <a:r>
              <a:rPr lang="en-US" dirty="0"/>
              <a:t>Total Payment: 20,470,727</a:t>
            </a:r>
          </a:p>
          <a:p>
            <a:r>
              <a:rPr lang="en-US" dirty="0"/>
              <a:t>Average Delay Days: 0.8</a:t>
            </a:r>
          </a:p>
          <a:p>
            <a:r>
              <a:rPr lang="en-US" dirty="0"/>
              <a:t>Revenue changes across different months.</a:t>
            </a:r>
          </a:p>
        </p:txBody>
      </p:sp>
    </p:spTree>
    <p:extLst>
      <p:ext uri="{BB962C8B-B14F-4D97-AF65-F5344CB8AC3E}">
        <p14:creationId xmlns:p14="http://schemas.microsoft.com/office/powerpoint/2010/main" val="224726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6010-3CBE-879C-E536-F63BC5B4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DCEA2-165A-BA00-7942-EAF36DAC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high-performing months.</a:t>
            </a:r>
          </a:p>
          <a:p>
            <a:r>
              <a:rPr lang="en-US" dirty="0"/>
              <a:t>Reduce delivery delays.</a:t>
            </a:r>
          </a:p>
          <a:p>
            <a:r>
              <a:rPr lang="en-US" dirty="0"/>
              <a:t>Improve order completion rate.</a:t>
            </a:r>
          </a:p>
          <a:p>
            <a:r>
              <a:rPr lang="en-US" dirty="0"/>
              <a:t>Monitor payment performance regularly.</a:t>
            </a:r>
          </a:p>
        </p:txBody>
      </p:sp>
    </p:spTree>
    <p:extLst>
      <p:ext uri="{BB962C8B-B14F-4D97-AF65-F5344CB8AC3E}">
        <p14:creationId xmlns:p14="http://schemas.microsoft.com/office/powerpoint/2010/main" val="70006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7932-313C-67F7-5C80-5C550B1F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740" y="2242037"/>
            <a:ext cx="5539666" cy="1400530"/>
          </a:xfrm>
        </p:spPr>
        <p:txBody>
          <a:bodyPr/>
          <a:lstStyle/>
          <a:p>
            <a:r>
              <a:rPr lang="en-US" sz="66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99A2-39B2-640F-DACD-392E51F37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8191" y="3641602"/>
            <a:ext cx="3035617" cy="7324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2033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150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Rounded MT Bold</vt:lpstr>
      <vt:lpstr>Century Gothic</vt:lpstr>
      <vt:lpstr>Wingdings 3</vt:lpstr>
      <vt:lpstr>Ion</vt:lpstr>
      <vt:lpstr>Microsoft Excel Worksheet</vt:lpstr>
      <vt:lpstr>Olist sales analysis Dashboard</vt:lpstr>
      <vt:lpstr>Project overview</vt:lpstr>
      <vt:lpstr>Dataset</vt:lpstr>
      <vt:lpstr>Dashboard</vt:lpstr>
      <vt:lpstr>Interactive Dashboard</vt:lpstr>
      <vt:lpstr>Key Insights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islam saeid</dc:creator>
  <cp:lastModifiedBy>islam saeid</cp:lastModifiedBy>
  <cp:revision>3</cp:revision>
  <dcterms:created xsi:type="dcterms:W3CDTF">2026-08-03T22:47:10Z</dcterms:created>
  <dcterms:modified xsi:type="dcterms:W3CDTF">2026-08-11T16:06:21Z</dcterms:modified>
</cp:coreProperties>
</file>